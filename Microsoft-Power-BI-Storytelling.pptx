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9" r:id="rId5"/>
    <p:sldId id="260" r:id="rId6"/>
    <p:sldId id="256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398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384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a6804ac-7383-44da-89ca-3b4bea2680a3}">
  <we:reference id="WA200003233" version="2.0.0.3" store="pt-PT" storeType="OMEX"/>
  <we:alternateReferences/>
  <we:properties>
    <we:property name="Microsoft.Office.CampaignId" value="&quot;none&quot;"/>
    <we:property name="reportUrl" value="&quot;/groups/me/reports/5aafeeac-00d5-43b2-b576-b54025668554/ReportSection?bookmarkGuid=4a6763bb-4f39-41d9-bc9b-e3e765f48d96&amp;bookmarkUsage=1&amp;ctid=efc36c84-baeb-4da1-a0ab-9ae0e3238d4d&amp;fromEntryPoint=export&quot;"/>
    <we:property name="reportState" value="&quot;CONNECTED&quot;"/>
    <we:property name="artifactViewState" value="&quot;live&quot;"/>
    <we:property name="reportEmbeddedTime" value="&quot;2026-01-30T21:12:23.175Z&quot;"/>
    <we:property name="creatorSessionId" value="&quot;f7e71dd3-790c-473e-9244-6a4ff2a3b159&quot;"/>
    <we:property name="creatorUserId" value="&quot;10032001A93BF71D&quot;"/>
    <we:property name="creatorTenantId" value="&quot;efc36c84-baeb-4da1-a0ab-9ae0e3238d4d&quot;"/>
    <we:property name="pageDisplayName" value="&quot;Página 1&quot;"/>
    <we:property name="pageName" value="&quot;ReportSection&quot;"/>
    <we:property name="reportName" value="&quot;sample_financial&quot;"/>
    <we:property name="isVisualContainerHeaderHidden" value="false"/>
    <we:property name="isFiltersActionButtonVisible" value="false"/>
    <we:property name="initialStateBookmark" value="&quot;H4sIAAAAAAAAA+1YzW7bOBB+FUOXXhRDtuW/3hwnwQZxWiMOsodFUIzFscyCFlWSysYN/EL7GvtiOyQlp3acuE27291sDgKo4XD4zS+HvAsY17mA5TtYYPA2OM0YT4BJVWsEYZB54uH792fng4uzD+8G58dElrnhMtPB27vAgErRXHFdgLAiiPjbdRiAEGNI7d8MhMYwyFFpmYHgn9Ez05RRBa7CAG9zIRVYkRMDBq3YG2Knf9q7UW/RjpAYfoMTTIynXmAulan+w0D7kYO0OWeFuQ2HMjPAMxJsaRCzWcJmUZREjek0jiHqM0ufcWFKluny+DZXpA9pucytHYaELpWKDCQCh1uh1uUmQymKhRsdb9AnslAJXuDMTWWGmyVJmvEMsoRbM6zIBGMlyUBuhoasSIwjz+XvQ4W0KUGLVuEax4Dd0GqiboMYpKnCFCrFj/8WhLUJCPTUkyIrrRw9xHtNFM2zVJQev3fFpVcj5zicgzI2oqYfyV/W7LRIKobqcOksf8RV5chmuAX8p2q7uq6ikpg/fhF+ZZB4+D8+Kq5Xdor1+91pp4ctaGG/00j6Ubf9Gr5fhdD6szYmK+CWUxvPCGEg3n9/DD+l8s+NY5g1ewDdaRv60Ex63W4X471x/N8of+E/mncTTBeYPTPvfuGoQCXz5QhvUDwEs55/OFVBuALF/RHugD9TobIJWQsLNnQ8ss2BZfsCTzn+VHCoMawxMOBFlaoEg0w+aZSnnPOS7XL+5x96h2H2VrxEFJpSE5mP3J3Fb389ecmWLSPuZStZho+v4h2EiDW7zW6bdRhrIDaT/c30azV6rUbfXY20oKZGbdSfYIF0JbWDFOm2ZxdR0OUeIEd9H5ibo6vqykk92omSC7esVNU6Y22NkSTvWC0vYSrwQ7+DUTtq4wGwRusgniXxQa/TxAPGII7bMG31G11a7gFHtt36dU71s2yr6LpdtSunW22A/vrOq3InAd3qC3zA0aZXIAp3OyeZI268Ye48mfiaUSMeWU6b0faza6yfdlhvIZmzL7qM3inuzSFonrwJVisv7pEzYQ3qZUf3/+tECIMEkjmyE5daR/556dTgwjuau6NBJ7TbKfMt8CInHLpqiKu/M57ZImB3mJlv75Wfk6Y7kycMLng6N49EepU4/lq+8ZZmpwKbR5QokOnqfcubQUnhRlUOEJuwlvSznwpUS9LIcdz7rm71qa+9Vt/hk7oFTcK4JnMJyLWtpPaljUgMnXHOcPkNteXHG9ShG/Msq6DZ1PgOjV3kPaLy5j7EpKR0rqyMUZWgrBCCInfOBVOYlZG6yfJo5WyNKq0uZUqH1Xq7sva143ZzGmMv7rl3G4Z9cLfcJ482g7dmKm83e+syznaddrIwOocEx5DhjqLtYpAh21O43XNt4DYhNJwcvWeBVXRd5lervwCXWfxiUBYAAA==&quot;"/>
    <we:property name="bookmark" value="&quot;H4sIAAAAAAAAA+1YzW7jNhB+FUOXvTiGZMs/2lvWSdBg3cKIg/RQBMVIHMtc0KKWpNK4gV+or9EX65CUnLXjxLvZbbdNcxBADYfDb3455F3AuC4FrH6CJQZvg/OC8QyYVK0oaAeFJ/bnI4gHUW8YZWGU9NJsgEizsjRcFjp4excYUDmaK64rEFYSEX+5bgcgxBRy+zcHobEdlKi0LEDw39Ez05RRFa7bAd6WQiqwImcGDFqxN8RO/wQh6vRoR8gMv8EZZsZTL7CUyjT/7UD7kYO0PWeFuQ3HsjDACxJsaRCzecbmYUiKpWkcQ5gwS59zYWqWdHV6WyrSh7RcldYcY0KXS0V2EoHDrVDrepOxFNXSjU636DNZqQwvcO6mCsPNiiTNeQFFxq0Z1mSCqZJkIDdDQ1ZlxpEX8rexQtqUoIXr9gbHMbuh1UTdBXGc5wpzaBQ//VsQtmYg0FPPqqK2cvgQ7zVRNC9yUXv83hWXXo2S43gBytiISj+Qv6zZaZFUDNW7lbP8CVeNI7vtHeDfVdv1dROVxPzhk/Crg8TD//ZRcb22UyxJhulghD3oYTKIsiQc9l/D97MQWn+2pmQF3HFq9IwQBuL998fwUyp/3ziGeXcEMEz7kEA3Gw2HQ4wPxvF/o/y1/9G8m2G+xOKZefcDRwUqW6wmeIPiIZjN/MOpBsIVKO6PcAf8mQrVvchGWLCl44ltDizbJ3jq8ceKQ4thi4EBL6pWJTgu5JNGeco5L9kuP/75h95jmIMVLxOVptRE5iN3b/E7XE9esmXriHvZStbh46v4ACFk3WF32GcDxiLEbna4mX6tRq/V6KurkRbU1Kit+hMska6kdpAj3fbsIgq60gPkqO8Dc3t01Vw5qUc7U3LpltWqWmdsrDGR5B2r5SWkAn9NBhj2wz4eAYt6R/E8i49Ggy4eMQZx3Ie0l0RDWu4Bh7bd+nlB9bNuq+jW3bQr5zttgP78zqtxJwHd6Qt8wNGmVyAqdzsnmRNuvGHuPJn4umEUTyynzWj72TXWT3ust5TM2RddRu8V9+YdaJ69CdZrL+6RM2ED6mVH9//rRGgHGWQLZGcutU78K9O5waV3NHdHg85ot3PmW+BlSTh00xA3f+95YYuA3WFuvrxXfk6a7k2ednDB84V5JNKbxPHX8q0nNTsV2DyiRIFCN+9b3gxKCjdqcoDYhLWkn/1YoVqRRo7j3ncdq09n47XOHp90LGgSxjWZS0CpbSW1L21EYuiM8x5XX1Bbvr1BHbopL4oGmk2Nr9DYRd4jKm/vQ0xKSufKxhhNCSoqIShyF1wwhUUdqdssj1bO3qTR6lLmdFhttqtrXz/ud9MYR/HIvdswTMDdcp882gzemlTebvfWdZztO+1kZXQJGU6hwD1F28UgQ3agcLvn2k3ZXq//AnNHClQnFgAA&quot;"/>
    <we:property name="datasetId" value="&quot;e69114ac-e5f9-4367-bfb9-c86e63cf0b45&quot;"/>
    <we:property name="embedUrl" value="&quot;/reportEmbed?reportId=5aafeeac-00d5-43b2-b576-b54025668554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968efee-0e7d-45e7-b7ba-e21688df05d2}">
  <we:reference id="WA200003233" version="2.0.0.3" store="pt-PT" storeType="OMEX"/>
  <we:alternateReferences/>
  <we:properties>
    <we:property name="Microsoft.Office.CampaignId" value="&quot;none&quot;"/>
    <we:property name="reportUrl" value="&quot;/groups/me/reports/5aafeeac-00d5-43b2-b576-b54025668554/ReportSection94cd32de8ee5b036b71a?bookmarkGuid=02c9a4a7-9671-46fd-8023-b9c83e4356c1&amp;bookmarkUsage=1&amp;ctid=efc36c84-baeb-4da1-a0ab-9ae0e3238d4d&amp;fromEntryPoint=export&quot;"/>
    <we:property name="reportState" value="&quot;CONNECTED&quot;"/>
    <we:property name="artifactViewState" value="&quot;live&quot;"/>
    <we:property name="reportEmbeddedTime" value="&quot;2026-01-30T21:13:26.802Z&quot;"/>
    <we:property name="creatorSessionId" value="&quot;0c5e6e18-6606-42dd-9b39-d28b3e861293&quot;"/>
    <we:property name="creatorUserId" value="&quot;10032001A93BF71D&quot;"/>
    <we:property name="creatorTenantId" value="&quot;efc36c84-baeb-4da1-a0ab-9ae0e3238d4d&quot;"/>
    <we:property name="pageDisplayName" value="&quot;Página 2&quot;"/>
    <we:property name="pageName" value="&quot;ReportSection94cd32de8ee5b036b71a&quot;"/>
    <we:property name="reportName" value="&quot;sample_financial&quot;"/>
    <we:property name="isVisualContainerHeaderHidden" value="false"/>
    <we:property name="isFiltersActionButtonVisible" value="false"/>
    <we:property name="initialStateBookmark" value="&quot;H4sIAAAAAAAAA+1X224TMRD9lcjPEdpLkt3wlqZFoF7VQF9QhGbtSerKtRevNyRU+SF+gx/Dl+2NtEmFKhoVntae8c7lnLE9viKMV6WAxRFcInlLPkjGKTClWzFpExmEO8fH+4eD0/0vR4PDPStWpeFKVuTtFTGgp2jOeFWDcCas8PO4TUCIE5i62QREhW1Soq6UBMG/Y1hsVUbXuGwTnJdCaXAmRwYMOrMzu9zOre/4TWo9AjV8hiOkJkhPsVTaNPN+h7I0YZgjdoso7RVZDPafKmh9mJvXO6c+sKGSBri0ATgZ5hB1kjRnLM0SSiFmSebkFZdT0aRy++/HRenwMjg3hZo7pIoL69NZWi5tqr0usjzqd/MshwQjBhH03N8TLkzjsFjszUttUbTYBmsDNgNJkREPlcYqIHNFBtOpximYZrp3TzlUor58QD5StaZ4ihOvkoabhfUx4dL64I4WF+eJVpYwr2mNQGCQvqtlg3/kpufq21CjJYw5wdhK1oJCQbP7iNiJZqh3Fj7bXa6v6U3avwX9opna1KwoKtJOwropTSn2CoSoiOItp+6T5KZqjZRg/wJ967INFBaM9dPOJC9iyjr9Ik0yWmykcGgRmiptD0WxwuJzhT5UtTR6QVZpaW9JKdnhhJtnKKOS4/ActNnqUnos2+X4+iayKy7uXC9NkYTwn78qxv7yQKRZt8+iLIr7LIOU5Rnd8hPoqWXzhDJ/z1GDpueLA5yhWA3tRr+qug7oDDQPbYZP4w/TaxqlG2PkXsa7roFxy+7E04y/1hxaDFsMDARTTSpkINXavb/uDHrNuBz+/FE9AMzmu0rUld0SyEIdP3jgbN7HrxnZpuJed5JN+YTTs9Nj0M0wst13nCVpkUZ9+H/5/+UnwBP25VY1Ao8/CV6uEfDVfAsZuUT7AncDVZuqBIonINH7L4MJjuElOy9BMseUH2v3PeCWjkDUGYjaceTf68Q7sdzxQuCGH9wrnviwfHS/AEjzE4hREAAA&quot;"/>
    <we:property name="bookmark" value="&quot;H4sIAAAAAAAAA+1X224TMRD9lcjPEdpLkt3wlqZFoF7VQF9QhGbtSerKtRevNyRU+SF+gx/Dl+2NtEmFKhoVntae8c7lnLE9viKMV6WAxRFcInlLPkjGKTClWzFpExmEO8fH+4eD0/0vR4PDPStWpeFKVuTtFTGgp2jOeFWDcCas8PO4TUCIE5i62QREhW1Soq6UBMG/Y1hsVUbXuGwTnJdCaXAmRwYMOrMzu9zOre/4TWo9AjV8hiOkJkhPsVTaNPN+h7I0YZgjdoso7RVZDPafKmh9mJvXO6c+sKGSBri0ATgZ5hB1kjRnLM0SSiFmSebkFZdT0aRy++/HRenwMjg3hZo7pIoL69NZWi5tqr0usjzqd/MshwQjBhH03N8TLkzjsFjszUttUbTYBmsDNgNJkREPlcYqIHNFBtOpximYZrp3TzlUor58QD5StaZ4ihOvkoabhfUx4dL64I4WF+eJVpYwr2mNQGCQvqtlg3/kpufq21CjJYw5wdhK1oJCQbP7iNiJZqh3Fj7bXa6v6U3avwX9opna1KwoKtJOwropTSn2CoSoiOItp+6T5KZqjZRg/wJ967INFBaM9dPOJC9iyjr9Ik0yWmykcGgRmiptD0WxwuJzhT5UtTR6QVZpaW9JKdnhhJtnKKOS4/ActNnqUnos2+X4+iayKy7uXC9NkYTwn78qxv7yQKRZt8+iLIr7LIOU5Rnd8hPoqWXzhDJ/z1GDpueLA5yhWA3tRr+qug7oDDQPbYZP4w/TaxqlG2PkXsa7roFxy+7E04y/1hxaDFsMDARTTSpkINXavb/uDHrNuBz+/FE9AMzmu0rUld0SyEIdP3jgbN7HrxnZpuJed5JN+YTTs9Nj0M0wst13nCVpkUZ9+H/5/+UnwBP25VY1Ao8/CV6uEfDVfAsZuUT7AncDVZuqBIonINH7L4MJjuElOy9BMseUH2v3PeCWjkDUGYjaceTf68Q7sdzxQuCGH9wrnviwfHS/AEjzE4hREAAA&quot;"/>
    <we:property name="datasetId" value="&quot;e69114ac-e5f9-4367-bfb9-c86e63cf0b45&quot;"/>
    <we:property name="embedUrl" value="&quot;/reportEmbed?reportId=5aafeeac-00d5-43b2-b576-b54025668554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196c8c19-3822-487e-bf75-e35f5f70591c}">
  <we:reference id="WA200003233" version="2.0.0.3" store="pt-PT" storeType="OMEX"/>
  <we:alternateReferences/>
  <we:properties>
    <we:property name="Microsoft.Office.CampaignId" value="&quot;none&quot;"/>
    <we:property name="reportUrl" value="&quot;/groups/me/reports/5aafeeac-00d5-43b2-b576-b54025668554/ReportSectionfec5356641e0bc8aa333?bookmarkGuid=cbbbebe2-c3de-41c5-80c6-8e92d7469959&amp;bookmarkUsage=1&amp;ctid=efc36c84-baeb-4da1-a0ab-9ae0e3238d4d&amp;fromEntryPoint=export&quot;"/>
    <we:property name="reportState" value="&quot;CONNECTED&quot;"/>
    <we:property name="artifactViewState" value="&quot;live&quot;"/>
    <we:property name="reportEmbeddedTime" value="&quot;2026-01-30T21:11:17.099Z&quot;"/>
    <we:property name="creatorSessionId" value="&quot;c345588b-7e40-4bb8-ad6b-c77921648e39&quot;"/>
    <we:property name="creatorUserId" value="&quot;10032001A93BF71D&quot;"/>
    <we:property name="creatorTenantId" value="&quot;efc36c84-baeb-4da1-a0ab-9ae0e3238d4d&quot;"/>
    <we:property name="pageDisplayName" value="&quot;Página 3&quot;"/>
    <we:property name="pageName" value="&quot;ReportSectionfec5356641e0bc8aa333&quot;"/>
    <we:property name="reportName" value="&quot;sample_financial&quot;"/>
    <we:property name="isVisualContainerHeaderHidden" value="false"/>
    <we:property name="isFiltersActionButtonVisible" value="false"/>
    <we:property name="initialStateBookmark" value="&quot;H4sIAAAAAAAAA+1WUW/aMBD+K5Wf0eQQCLRvlDFp6mhRWfsyoeliX1JXxo4ch0Er/vvODl1bJo2XruNheYn93dn3fecvkR+ZVHWlYXMJS2Rn7LORSoC07iRhHWZa8Pzq6mI6ur74fjmaTgi2lVfW1OzskXlwJfpbVTegwxYEflt0GGg9gzLMCtA1dliFrrYGtHrANplC3jW47TBcV9o6CFvOPXgM264oneZUO/mQUkUQXq1wjsK36DVW1vndvEDRT/tZ1kuQ52IIkKZhTd1GI83D+aFoJDa2xoMyRCBgvUG/lw4LOJXD00GWdLM0zQNeKO13Kflmsq4c6aZubKrQrzGpKK2jRmoW9TmsWzmPbGx1s4yjySt8bhsn8BqLGDJe+Q3tVCgDRqjQri21auYsNTJG5lgu0fgI39kfY4dUVLIzvu384jGSK1pN6D6JUVk6LMHvppO/wpCGhWoJfmrM7uT473wXhNTKlHrnjOej+NrKqBSO78D54Lz8ns4wtJ0WWSfRnW9i5z8q92SObmeP+D9Vu108uZcy7l9YcmeSlv7bu2KxDaEiSXgGxQA5z4ci6/Yl50dh37FtjCfxx2vfkzlorA/b91j43hjl65O51fINPjl4aBxOodr/5N7Pyc8GaZ3czQaQZD0+4BxykByHKP47+X1/xMfniiIVUgxFjwvJk7yXdU8h3h/+KMPj2ud2/VpFfF4ibIl0tQkD2/i6AoEzMBjVVC0hhTGPThSMDC2MYxfeXxSZsi19C7oJVeNFiMUixEblGg8sCNcjFmkFrdufX9icbaoJAAA=&quot;"/>
    <we:property name="bookmark" value="&quot;H4sIAAAAAAAAA+1Wy27bMBD8FYNno6Aelu3cUtcFCrSFEbe5BD6syJXCgCYFinLtGP73LimnSVyguaSpD9VF5OySO7McCdwzqdpGw+4rrJFdsE9GKgHSukHChsz04FSUqZzmosp4nsoqS/KkoKhtvLKmZRd75sHV6K9V24EOOxF4sxoy0HoBdZhVoFscsgZdaw1odY99MoW86/AwZLhttHUQtlx68Bi23VA6zYlC8i6jiiC82uAShe/RK2ys88d5hWKUjYoiT5CXYgKQZWFN20cjzZfzQ9FIbGaNB2WIQMDy8SjPJhVM5WQ6LpK0yLIy4JXS/phS7ubbxpFu6sauCW2bkYraOuqnZlGfw7aXs2czq7t1HM2f4UvbOYFXWMWQ8crvaKdKGTBChXYdqFULZ6mRMbLEeo3GR/jW/pg5pKKSXfDD8BePS7mh1YSekrisa4c1+ON0/lcY0rBSPcGPnTmeHP+d74qQVplaH53xeBTfehmNwtktOB+cV97RGYa20yLrJLr3u9j5D8o9mCMdnhD/p2oPqwf3UsbdE0seTdLTf31XrA4hVCUJL6AaI+flRBTpSHJ+Fvad2c54En++9h0sQWP7sn3Phe93o3w7WFotX+GTg/vO4RdoTj+5t3Pyo0F6J6fFGJIi52POoQTJcYLiv5Pf9kd8fq6oMiHFRORcSJ6UeZFOId4f/ijD49aXdvtcRXyeImyNdLUJA9v5tgGBCzAY1TQ9IYUxj04UjAwtjGMX3p8VmbIvfQ26C1XjRYjFMoH74Sfghd7xgQkAAA==&quot;"/>
    <we:property name="datasetId" value="&quot;e69114ac-e5f9-4367-bfb9-c86e63cf0b45&quot;"/>
    <we:property name="embedUrl" value="&quot;/reportEmbed?reportId=5aafeeac-00d5-43b2-b576-b54025668554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Francine Cesar da Luz</cp:lastModifiedBy>
  <cp:revision>3</cp:revision>
  <dcterms:created xsi:type="dcterms:W3CDTF">2018-06-07T21:39:02Z</dcterms:created>
  <dcterms:modified xsi:type="dcterms:W3CDTF">2026-01-30T21:14:19Z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